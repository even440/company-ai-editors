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复盘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 · 2026 年 10 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业绩回顾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目标完成率 86%，华东区 3 个大单延期到 10 月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官网表单线索转化率下降 4 个百分点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新签 27 家，续约率 91%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目标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目标（万元）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李娜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复盘</dc:title>
  <dc:subject>PptxGenJS Presentation</dc:subject>
  <dc:creator>PptxGenJS</dc:creator>
  <cp:lastModifiedBy>PptxGenJS</cp:lastModifiedBy>
  <cp:revision>1</cp:revision>
  <dcterms:created xsi:type="dcterms:W3CDTF">2026-10-09T18:20:31Z</dcterms:created>
  <dcterms:modified xsi:type="dcterms:W3CDTF">2026-10-09T18:20:31Z</dcterms:modified>
</cp:coreProperties>
</file>